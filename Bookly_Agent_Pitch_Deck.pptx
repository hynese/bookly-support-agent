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4884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Bookly Support Agent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1546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before you speak. Confirm before you act.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59893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FC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Decagon Solutions Engineering Take-Home  |  Design Thesis &amp; Architecture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378440" y="6858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10378440" y="685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Thesis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great CX agent should never guess when it can verify, and never act when it should ask first.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317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736" dirty="0"/>
          </a:p>
        </p:txBody>
      </p:sp>
      <p:sp>
        <p:nvSpPr>
          <p:cNvPr id="6" name="Text 4"/>
          <p:cNvSpPr/>
          <p:nvPr/>
        </p:nvSpPr>
        <p:spPr>
          <a:xfrm>
            <a:off x="1463040" y="2286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Verify, don't guess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265176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order fact — status, delivery date, return eligibility — comes from a tool call. The model is never allowed to answer from memory.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6576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6576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736" dirty="0"/>
          </a:p>
        </p:txBody>
      </p:sp>
      <p:sp>
        <p:nvSpPr>
          <p:cNvPr id="10" name="Text 8"/>
          <p:cNvSpPr/>
          <p:nvPr/>
        </p:nvSpPr>
        <p:spPr>
          <a:xfrm>
            <a:off x="1463040" y="3611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Ask, don't assume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397764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an order ID, or more than one order matches? The agent names the options and asks, instead of picking one for the customer.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98348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983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36" dirty="0"/>
          </a:p>
        </p:txBody>
      </p:sp>
      <p:sp>
        <p:nvSpPr>
          <p:cNvPr id="14" name="Text 12"/>
          <p:cNvSpPr/>
          <p:nvPr/>
        </p:nvSpPr>
        <p:spPr>
          <a:xfrm>
            <a:off x="1463040" y="4937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before acting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63040" y="530352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Irreversible actions (filing a return) require an explicit customer 'yes' after eligibility is verified — never a speculative action.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a CX agent that hallucinates once erodes trust permanently. A conservative-by-design agent is the one that scales into production.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How a Question Flows Through the System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965960" cy="1051560"/>
          </a:xfrm>
          <a:prstGeom prst="roundRect">
            <a:avLst>
              <a:gd name="adj" fmla="val 10435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1965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514600" y="1417320"/>
            <a:ext cx="256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70632" y="1417320"/>
            <a:ext cx="1965960" cy="1051560"/>
          </a:xfrm>
          <a:prstGeom prst="roundRect">
            <a:avLst>
              <a:gd name="adj" fmla="val 10435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2770632" y="1417320"/>
            <a:ext cx="1965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(Claude + tools)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736592" y="1417320"/>
            <a:ext cx="256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992624" y="1417320"/>
            <a:ext cx="1965960" cy="1051560"/>
          </a:xfrm>
          <a:prstGeom prst="roundRect">
            <a:avLst>
              <a:gd name="adj" fmla="val 10435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992624" y="1417320"/>
            <a:ext cx="1965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Decide: answer /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 / call tool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958584" y="1417320"/>
            <a:ext cx="256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214616" y="1417320"/>
            <a:ext cx="1965960" cy="1051560"/>
          </a:xfrm>
          <a:prstGeom prst="roundRect">
            <a:avLst>
              <a:gd name="adj" fmla="val 10435"/>
            </a:avLst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7214616" y="1417320"/>
            <a:ext cx="1965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Mocked backend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(orders data)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180576" y="1417320"/>
            <a:ext cx="256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436608" y="1417320"/>
            <a:ext cx="1965960" cy="1051560"/>
          </a:xfrm>
          <a:prstGeom prst="roundRect">
            <a:avLst>
              <a:gd name="adj" fmla="val 10435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9436608" y="1417320"/>
            <a:ext cx="1965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to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260604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repeats: tool results feed back to the orchestrator, which decides whether it can now answer or needs another tool call.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24612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3F8F8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38328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77240" y="3749040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Claude's tool-use loop decides per turn: answer directly, ask a clarifying question, or invoke a tool. No separate intent classifier.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63640" y="324612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3F8F8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338328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92240" y="3749040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get_order_status, check_return_eligibility, initiate_return, lookup_orders_by_email — each does exactly one job against mocked order data.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93776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3F8F8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07492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77240" y="5440680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prompt encodes the three non-negotiable rules: verify before stating, ask when ambiguous, confirm before acting.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63640" y="493776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3F8F8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0" y="507492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6492240" y="5440680"/>
            <a:ext cx="4983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running message list is the agent's memory for this session — no persistence across sessions in this prototype.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Decisions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chose, what I traded off, and why it was worth it.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F3F8F8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830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719072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Tool-calling over prompt-only reasoning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2057400"/>
            <a:ext cx="9966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Chose: the model must call a tool for any order fact — it cannot answer from memory.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Traded off: less flexible for edge cases the defined tools don't cover.  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it: removes the single biggest trust-killer in CX agents — a confident, wrong answer.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F3F8F8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33375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3273552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Confirm-then-act gate on returns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17320" y="3611880"/>
            <a:ext cx="9966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Chose: initiate_return only fires after eligibility is verified AND the customer explicitly confirms.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Traded off: one extra conversational turn on every return.  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it: prevents the agent from taking an irreversible action on a misread request.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F3F8F8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8920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892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4828032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Mocked backend over a live Bookly API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5166360"/>
            <a:ext cx="9966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6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Chose: an in-memory mock order database instead of a real integration. 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Traded off: doesn't prove the API resilience needed in production.  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it: isolates the orchestration logic being evaluated from integration plumbing that's a known quantity.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I'd Change With More Time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12414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17320" y="160020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verification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4983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returning any account or order data — the biggest gap between this prototype and a real deployment.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12414A"/>
          </a:solidFill>
          <a:ln/>
        </p:spPr>
      </p:sp>
      <p:sp>
        <p:nvSpPr>
          <p:cNvPr id="9" name="Shape 7"/>
          <p:cNvSpPr/>
          <p:nvPr/>
        </p:nvSpPr>
        <p:spPr>
          <a:xfrm>
            <a:off x="6492240" y="16459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32320" y="160020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order-management API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492240" y="2286000"/>
            <a:ext cx="4983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mock with Bookly's actual system, including retries and error handling for a flaky upstream.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12414A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38862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384048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escalation path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77240" y="4526280"/>
            <a:ext cx="4983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defined handoff for anything the agent isn't confident about, instead of an open-ended 'I don't know.'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63640" y="365760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12414A"/>
          </a:solidFill>
          <a:ln/>
        </p:spPr>
      </p:sp>
      <p:sp>
        <p:nvSpPr>
          <p:cNvPr id="19" name="Shape 17"/>
          <p:cNvSpPr/>
          <p:nvPr/>
        </p:nvSpPr>
        <p:spPr>
          <a:xfrm>
            <a:off x="6492240" y="38862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132320" y="3840480"/>
            <a:ext cx="4343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 + evaluation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492240" y="4526280"/>
            <a:ext cx="4983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across sessions, plus a lightweight eval harness tracking hallucination and escalation rates over time.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1722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happy to walk through the code and defend any of this live.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2026-07-23T14:56:05Z</dcterms:created>
  <dcterms:modified xsi:type="dcterms:W3CDTF">2026-07-23T14:56:05Z</dcterms:modified>
</cp:coreProperties>
</file>